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3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9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01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0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2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6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1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7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938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11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92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74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39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1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8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788"/>
                </a:solidFill>
              </a:defRPr>
            </a:pPr>
            <a:r>
              <a:t>TSMMIS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9597" y="3291840"/>
            <a:ext cx="5844805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4A4A"/>
                </a:solidFill>
              </a:defRPr>
            </a:pPr>
            <a:r>
              <a:rPr dirty="0"/>
              <a:t>Self-Supervised Few-Shot Steel Surface</a:t>
            </a:r>
          </a:p>
          <a:p>
            <a:pPr algn="ctr"/>
            <a:r>
              <a:rPr dirty="0"/>
              <a:t>Defect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4A4A4A"/>
                </a:solidFill>
              </a:defRPr>
            </a:pPr>
            <a:r>
              <a:t>Deep Learning for Industrial Quality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6019" y="5943600"/>
            <a:ext cx="10919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rPr dirty="0"/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9648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Steel Surface Defect Detection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8009"/>
            <a:ext cx="411480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</a:t>
            </a:r>
            <a:r>
              <a:rPr sz="1600" dirty="0"/>
              <a:t>Problem: Automated detection of surface defects in steel manufacturing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rPr sz="1600" dirty="0"/>
              <a:t>• Dataset: NEU-CLS with 6 defect classes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rPr sz="1600" dirty="0"/>
              <a:t>• ~2</a:t>
            </a:r>
            <a:r>
              <a:rPr lang="en-US" sz="1600" dirty="0"/>
              <a:t>4</a:t>
            </a:r>
            <a:r>
              <a:rPr sz="1600" dirty="0"/>
              <a:t>0 images per class (200×200 pixels)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rPr sz="1600" dirty="0"/>
              <a:t>• Challenge: Limited labeled data in industrial settings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rPr sz="1600" dirty="0"/>
              <a:t>• Solution: Self-supervised learning + few-shot classification</a:t>
            </a:r>
          </a:p>
        </p:txBody>
      </p:sp>
      <p:pic>
        <p:nvPicPr>
          <p:cNvPr id="4" name="Picture 3" descr="craz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28009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295388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A4A"/>
                </a:solidFill>
              </a:defRPr>
            </a:pPr>
            <a:r>
              <a:t>Crazing</a:t>
            </a:r>
          </a:p>
        </p:txBody>
      </p:sp>
      <p:pic>
        <p:nvPicPr>
          <p:cNvPr id="6" name="Picture 5" descr="inclusion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28009"/>
            <a:ext cx="128016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295388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A4A"/>
                </a:solidFill>
              </a:defRPr>
            </a:pPr>
            <a:r>
              <a:t>Inclusion</a:t>
            </a:r>
          </a:p>
        </p:txBody>
      </p:sp>
      <p:pic>
        <p:nvPicPr>
          <p:cNvPr id="8" name="Picture 7" descr="patches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28009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295388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A4A"/>
                </a:solidFill>
              </a:defRPr>
            </a:pPr>
            <a:r>
              <a:t>Patches</a:t>
            </a:r>
          </a:p>
        </p:txBody>
      </p:sp>
      <p:pic>
        <p:nvPicPr>
          <p:cNvPr id="10" name="Picture 9" descr="pitted_surface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136769"/>
            <a:ext cx="1280160" cy="1280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446264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A4A"/>
                </a:solidFill>
              </a:defRPr>
            </a:pPr>
            <a:r>
              <a:t>Pitted Surface</a:t>
            </a:r>
          </a:p>
        </p:txBody>
      </p:sp>
      <p:pic>
        <p:nvPicPr>
          <p:cNvPr id="12" name="Picture 11" descr="rolled-in_scale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136769"/>
            <a:ext cx="128016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446264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A4A"/>
                </a:solidFill>
              </a:defRPr>
            </a:pPr>
            <a:r>
              <a:t>Rolled-in Scale</a:t>
            </a:r>
          </a:p>
        </p:txBody>
      </p:sp>
      <p:pic>
        <p:nvPicPr>
          <p:cNvPr id="14" name="Picture 13" descr="scratches_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136769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0" y="446264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A4A"/>
                </a:solidFill>
              </a:defRPr>
            </a:pPr>
            <a:r>
              <a:t>Scratches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Self-Supervised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4788"/>
                </a:solidFill>
              </a:defRPr>
            </a:pPr>
            <a:r>
              <a:rPr sz="2400" dirty="0"/>
              <a:t>Architecture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rPr sz="1600" dirty="0"/>
              <a:t>  • ResNet18 Encoder (512-dim features)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rPr sz="1600" dirty="0"/>
              <a:t>  • Predictor MLP (512→512→512)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rPr sz="1600" dirty="0"/>
              <a:t>  • Classification head for fine-tuning</a:t>
            </a:r>
          </a:p>
          <a:p>
            <a:br>
              <a:rPr sz="2400" dirty="0"/>
            </a:br>
            <a:r>
              <a:rPr sz="2400" dirty="0"/>
              <a:t>Key Techniques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rPr sz="1600" dirty="0"/>
              <a:t>  • Multi-view Contrastive Learning (K=5)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rPr sz="1600" dirty="0"/>
              <a:t>  • MMIS Regularization (λ=0.001)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rPr sz="1600" dirty="0"/>
              <a:t>  • Few-shot Fine-tuning (1-4 labels/class)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788"/>
                </a:solidFill>
              </a:defRPr>
            </a:pPr>
            <a:r>
              <a:rPr sz="2400" dirty="0"/>
              <a:t>Training Pipeline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F4788"/>
                </a:solidFill>
              </a:defRPr>
            </a:pPr>
            <a:r>
              <a:rPr dirty="0"/>
              <a:t>Step 1: Self-Supervised Pretraining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300 epochs on unlabeled data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Batch size: 64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Learning rate: 0.003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Loss: Contrastive + MMIS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F4788"/>
                </a:solidFill>
              </a:defRPr>
            </a:pPr>
            <a:r>
              <a:rPr dirty="0"/>
              <a:t>Step 2: Few-Shot Fine-Tuning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100 epochs per experiment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1-4 labeled samples per class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Learning rate: 0.001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100 experimental runs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F4788"/>
                </a:solidFill>
              </a:defRPr>
            </a:pPr>
            <a:r>
              <a:rPr dirty="0"/>
              <a:t>Step 3: Evaluation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Test on held-out set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Measure accuracy &amp; std dev</a:t>
            </a:r>
          </a:p>
          <a:p>
            <a:pPr>
              <a:spcAft>
                <a:spcPts val="200"/>
              </a:spcAft>
              <a:defRPr sz="1200">
                <a:solidFill>
                  <a:srgbClr val="4A4A4A"/>
                </a:solidFill>
              </a:defRPr>
            </a:pPr>
            <a:r>
              <a:rPr sz="1600" dirty="0"/>
              <a:t>  • Feature visualization (t-SNE)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Evaluation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Labels per Class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Mean Accuracy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1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~70%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±5%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~80%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±4%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3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~85%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±3%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4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~88%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A4A4A"/>
                          </a:solidFill>
                        </a:defRPr>
                      </a:pPr>
                      <a:r>
                        <a:t>±3%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788"/>
                </a:solidFill>
              </a:defRPr>
            </a:pPr>
            <a:r>
              <a:t>Key Findings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✓ High accuracy achieved with minimal labeled data (1-4 samples per class)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✓ Consistent performance across 100 experimental runs demonstrates robustness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✓ Self-supervised pretraining enables effective transfer learning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✓ Performance scales predictably with number of labeled examples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✓ Suitable for real-world industrial deployment with limited annotation budgets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Learned Feature Representation (t-SNE)</a:t>
            </a:r>
          </a:p>
        </p:txBody>
      </p:sp>
      <p:pic>
        <p:nvPicPr>
          <p:cNvPr id="3" name="Picture 2" descr="tsne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9728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788"/>
                </a:solidFill>
              </a:defRPr>
            </a:pPr>
            <a:r>
              <a:t>What This Shows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Each dot = one test image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Colors = defect types (6 classes)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Position = learned feature similarity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512D features reduced to 2D</a:t>
            </a:r>
          </a:p>
          <a:p>
            <a:br/>
            <a:r>
              <a:t>Interpretation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Clear class separation indicates effective feature learning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Tight clusters show the model groups similar defects together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Distinct boundaries enable accurate classification</a:t>
            </a:r>
          </a:p>
          <a:p>
            <a:br/>
            <a:r>
              <a:t>Conclusion</a:t>
            </a:r>
          </a:p>
          <a:p>
            <a:pPr>
              <a:defRPr sz="1300" i="1">
                <a:solidFill>
                  <a:srgbClr val="4A4A4A"/>
                </a:solidFill>
              </a:defRPr>
            </a:pPr>
            <a:r>
              <a:t>Self-supervised pretraining successfully learns discriminative features for few-shot defect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601</TotalTime>
  <Words>391</Words>
  <Application>Microsoft Office PowerPoint</Application>
  <PresentationFormat>On-screen Show (4:3)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Patil</cp:lastModifiedBy>
  <cp:revision>3</cp:revision>
  <dcterms:created xsi:type="dcterms:W3CDTF">2013-01-27T09:14:16Z</dcterms:created>
  <dcterms:modified xsi:type="dcterms:W3CDTF">2026-04-07T14:34:43Z</dcterms:modified>
  <cp:category/>
</cp:coreProperties>
</file>